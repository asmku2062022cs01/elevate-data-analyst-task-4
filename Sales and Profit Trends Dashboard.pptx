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096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93E3E072-2D8D-457A-B6E2-576D65224D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BA37B81-8D4D-4EE6-A90A-B7F84B2BF67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Sales and Profit Trends Dashboard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Interactive Power BI Dashboard Based on sales_data_sample.csv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78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Objective of This Dashboard</a:t>
            </a:r>
          </a:p>
          <a:p>
            <a:r>
              <a:rPr lang="en-IN" dirty="0" smtClean="0"/>
              <a:t>To design an interactive dashboard for business stakeholders to:</a:t>
            </a:r>
          </a:p>
          <a:p>
            <a:r>
              <a:rPr lang="en-IN" dirty="0" smtClean="0"/>
              <a:t>Monitor </a:t>
            </a:r>
            <a:r>
              <a:rPr lang="en-IN" b="1" dirty="0" smtClean="0"/>
              <a:t>Sales</a:t>
            </a:r>
            <a:r>
              <a:rPr lang="en-IN" dirty="0" smtClean="0"/>
              <a:t>, </a:t>
            </a:r>
            <a:r>
              <a:rPr lang="en-IN" b="1" dirty="0" smtClean="0"/>
              <a:t>Orders</a:t>
            </a:r>
            <a:r>
              <a:rPr lang="en-IN" dirty="0" smtClean="0"/>
              <a:t>, and </a:t>
            </a:r>
            <a:r>
              <a:rPr lang="en-IN" b="1" dirty="0" smtClean="0"/>
              <a:t>Growth %</a:t>
            </a:r>
            <a:endParaRPr lang="en-IN" dirty="0" smtClean="0"/>
          </a:p>
          <a:p>
            <a:r>
              <a:rPr lang="en-IN" dirty="0" smtClean="0"/>
              <a:t>Understand </a:t>
            </a:r>
            <a:r>
              <a:rPr lang="en-IN" b="1" dirty="0" smtClean="0"/>
              <a:t>monthly sales trends</a:t>
            </a:r>
            <a:endParaRPr lang="en-IN" dirty="0" smtClean="0"/>
          </a:p>
          <a:p>
            <a:r>
              <a:rPr lang="en-IN" dirty="0" smtClean="0"/>
              <a:t>Identify </a:t>
            </a:r>
            <a:r>
              <a:rPr lang="en-IN" b="1" dirty="0" smtClean="0"/>
              <a:t>top-performing product lines and products</a:t>
            </a:r>
            <a:endParaRPr lang="en-IN" dirty="0" smtClean="0"/>
          </a:p>
          <a:p>
            <a:r>
              <a:rPr lang="en-IN" dirty="0" err="1" smtClean="0"/>
              <a:t>Analyze</a:t>
            </a:r>
            <a:r>
              <a:rPr lang="en-IN" dirty="0" smtClean="0"/>
              <a:t> </a:t>
            </a:r>
            <a:r>
              <a:rPr lang="en-IN" b="1" dirty="0" smtClean="0"/>
              <a:t>country/region performance</a:t>
            </a:r>
            <a:endParaRPr lang="en-IN" dirty="0" smtClean="0"/>
          </a:p>
          <a:p>
            <a:r>
              <a:rPr lang="en-IN" dirty="0" smtClean="0"/>
              <a:t>Support data-driven decision-making</a:t>
            </a:r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804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Dataset &amp; 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Dataset Overview</a:t>
            </a:r>
          </a:p>
          <a:p>
            <a:r>
              <a:rPr lang="en-IN" dirty="0" smtClean="0"/>
              <a:t>Source: </a:t>
            </a:r>
            <a:r>
              <a:rPr lang="en-IN" dirty="0" err="1" smtClean="0"/>
              <a:t>Kaggle</a:t>
            </a:r>
            <a:r>
              <a:rPr lang="en-IN" dirty="0"/>
              <a:t> –</a:t>
            </a:r>
            <a:r>
              <a:rPr lang="en-IN" dirty="0" smtClean="0"/>
              <a:t>sales_and_profit_trends.csv </a:t>
            </a:r>
            <a:r>
              <a:rPr lang="en-IN" dirty="0" err="1" smtClean="0"/>
              <a:t>Contains:</a:t>
            </a:r>
            <a:r>
              <a:rPr lang="en-IN" dirty="0" err="1"/>
              <a:t>Row</a:t>
            </a:r>
            <a:r>
              <a:rPr lang="en-IN" dirty="0"/>
              <a:t> </a:t>
            </a:r>
            <a:r>
              <a:rPr lang="en-IN" dirty="0" err="1" smtClean="0"/>
              <a:t>ID,Order</a:t>
            </a:r>
            <a:r>
              <a:rPr lang="en-IN" dirty="0" smtClean="0"/>
              <a:t> </a:t>
            </a:r>
            <a:r>
              <a:rPr lang="en-IN" dirty="0"/>
              <a:t>ID </a:t>
            </a:r>
            <a:r>
              <a:rPr lang="en-IN" dirty="0" smtClean="0"/>
              <a:t>, Order Date,  </a:t>
            </a:r>
            <a:r>
              <a:rPr lang="en-IN" dirty="0"/>
              <a:t>Ship Date </a:t>
            </a:r>
            <a:r>
              <a:rPr lang="en-IN" dirty="0" smtClean="0"/>
              <a:t>, Ship </a:t>
            </a:r>
            <a:r>
              <a:rPr lang="en-IN" dirty="0"/>
              <a:t>Mode </a:t>
            </a:r>
            <a:r>
              <a:rPr lang="en-IN" dirty="0" smtClean="0"/>
              <a:t>, Customer </a:t>
            </a:r>
            <a:r>
              <a:rPr lang="en-IN" dirty="0"/>
              <a:t>ID </a:t>
            </a:r>
            <a:r>
              <a:rPr lang="en-IN" dirty="0" smtClean="0"/>
              <a:t>, Customer Name , </a:t>
            </a:r>
            <a:r>
              <a:rPr lang="en-IN" dirty="0"/>
              <a:t>Segment </a:t>
            </a:r>
            <a:r>
              <a:rPr lang="en-IN" dirty="0" smtClean="0"/>
              <a:t>, Country/Region , City ,State , Postal Code,  </a:t>
            </a:r>
            <a:r>
              <a:rPr lang="en-IN" dirty="0"/>
              <a:t>Region </a:t>
            </a:r>
            <a:r>
              <a:rPr lang="en-IN" dirty="0" smtClean="0"/>
              <a:t>, Product </a:t>
            </a:r>
            <a:r>
              <a:rPr lang="en-IN" dirty="0"/>
              <a:t>ID </a:t>
            </a:r>
            <a:r>
              <a:rPr lang="en-IN" dirty="0" smtClean="0"/>
              <a:t>,Category ,Sub-Category ,Product Name, </a:t>
            </a:r>
            <a:r>
              <a:rPr lang="en-IN" dirty="0"/>
              <a:t>Sales </a:t>
            </a:r>
            <a:r>
              <a:rPr lang="en-IN" dirty="0" smtClean="0"/>
              <a:t>Quantity, </a:t>
            </a:r>
            <a:r>
              <a:rPr lang="en-IN" dirty="0"/>
              <a:t>Discount Profit </a:t>
            </a:r>
            <a:r>
              <a:rPr lang="en-IN" dirty="0" smtClean="0"/>
              <a:t>.</a:t>
            </a:r>
          </a:p>
          <a:p>
            <a:r>
              <a:rPr lang="en-IN" dirty="0" smtClean="0"/>
              <a:t>Total rows: ~1199</a:t>
            </a:r>
          </a:p>
          <a:p>
            <a:r>
              <a:rPr lang="en-IN" dirty="0" smtClean="0"/>
              <a:t>Key Columns: ORDERNUMBER, PRODUCTNAME, PRODUCTLINE, SALES, QUANTITYORDERED, ORDERDATE, COUNTRY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572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Dataset &amp; 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Methodology:</a:t>
            </a:r>
          </a:p>
          <a:p>
            <a:r>
              <a:rPr lang="en-IN" dirty="0" smtClean="0"/>
              <a:t>Cleaned missing values</a:t>
            </a:r>
          </a:p>
          <a:p>
            <a:r>
              <a:rPr lang="en-IN" dirty="0" smtClean="0"/>
              <a:t>Converted ORDERDATE to </a:t>
            </a:r>
            <a:r>
              <a:rPr lang="en-IN" b="1" dirty="0" smtClean="0"/>
              <a:t>Date type</a:t>
            </a:r>
            <a:endParaRPr lang="en-IN" dirty="0" smtClean="0"/>
          </a:p>
          <a:p>
            <a:r>
              <a:rPr lang="en-IN" dirty="0" smtClean="0"/>
              <a:t>Created new measures using </a:t>
            </a:r>
            <a:r>
              <a:rPr lang="en-IN" b="1" dirty="0" smtClean="0"/>
              <a:t>DAX</a:t>
            </a:r>
            <a:r>
              <a:rPr lang="en-IN" dirty="0" smtClean="0"/>
              <a:t>:</a:t>
            </a:r>
          </a:p>
          <a:p>
            <a:r>
              <a:rPr lang="en-IN" dirty="0" smtClean="0"/>
              <a:t>Total Sales</a:t>
            </a:r>
          </a:p>
          <a:p>
            <a:r>
              <a:rPr lang="en-IN" dirty="0" smtClean="0"/>
              <a:t>Total Orders</a:t>
            </a:r>
          </a:p>
          <a:p>
            <a:r>
              <a:rPr lang="en-IN" dirty="0" smtClean="0"/>
              <a:t>Total Quantity</a:t>
            </a:r>
          </a:p>
          <a:p>
            <a:r>
              <a:rPr lang="en-IN" dirty="0" smtClean="0"/>
              <a:t>Growth %</a:t>
            </a:r>
          </a:p>
          <a:p>
            <a:r>
              <a:rPr lang="en-IN" dirty="0" smtClean="0"/>
              <a:t>Average Order Value</a:t>
            </a:r>
          </a:p>
          <a:p>
            <a:r>
              <a:rPr lang="en-IN" dirty="0" smtClean="0"/>
              <a:t>Designed KPIs + charts</a:t>
            </a:r>
          </a:p>
          <a:p>
            <a:r>
              <a:rPr lang="en-IN" dirty="0" smtClean="0"/>
              <a:t>Added slicers for interactivity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25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7239000" cy="4846320"/>
          </a:xfrm>
        </p:spPr>
        <p:txBody>
          <a:bodyPr>
            <a:normAutofit/>
          </a:bodyPr>
          <a:lstStyle/>
          <a:p>
            <a:r>
              <a:rPr lang="en-IN" dirty="0" smtClean="0"/>
              <a:t>KPIs Used</a:t>
            </a:r>
          </a:p>
          <a:p>
            <a:r>
              <a:rPr lang="en-IN" b="1" dirty="0" smtClean="0"/>
              <a:t>Key Performance Indicators</a:t>
            </a:r>
          </a:p>
          <a:p>
            <a:r>
              <a:rPr lang="en-IN" b="1" dirty="0" smtClean="0"/>
              <a:t>Total Sales</a:t>
            </a:r>
            <a:r>
              <a:rPr lang="en-IN" dirty="0" smtClean="0"/>
              <a:t> – overall revenue</a:t>
            </a:r>
          </a:p>
          <a:p>
            <a:r>
              <a:rPr lang="en-IN" b="1" dirty="0" smtClean="0"/>
              <a:t>Total Orders</a:t>
            </a:r>
            <a:r>
              <a:rPr lang="en-IN" dirty="0" smtClean="0"/>
              <a:t> – number of orders completed</a:t>
            </a:r>
          </a:p>
          <a:p>
            <a:r>
              <a:rPr lang="en-IN" b="1" dirty="0" smtClean="0"/>
              <a:t>Average Order Value</a:t>
            </a:r>
            <a:r>
              <a:rPr lang="en-IN" dirty="0" smtClean="0"/>
              <a:t> – sales ÷ number of orders</a:t>
            </a:r>
          </a:p>
          <a:p>
            <a:r>
              <a:rPr lang="en-IN" b="1" dirty="0" smtClean="0"/>
              <a:t>Sales Growth %</a:t>
            </a:r>
            <a:r>
              <a:rPr lang="en-IN" dirty="0" smtClean="0"/>
              <a:t> – month-over-month % growth</a:t>
            </a:r>
          </a:p>
          <a:p>
            <a:r>
              <a:rPr lang="en-IN" b="1" dirty="0" smtClean="0"/>
              <a:t>Total Quantity Sold</a:t>
            </a:r>
            <a:r>
              <a:rPr lang="en-IN" dirty="0" smtClean="0"/>
              <a:t> – units ordered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93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08720"/>
            <a:ext cx="7239000" cy="4846320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Methodology</a:t>
            </a:r>
          </a:p>
          <a:p>
            <a:r>
              <a:rPr lang="en-IN" dirty="0" smtClean="0"/>
              <a:t>Loaded dataset into Power BI</a:t>
            </a:r>
          </a:p>
          <a:p>
            <a:r>
              <a:rPr lang="en-IN" dirty="0" smtClean="0"/>
              <a:t>Checked and converted data types (</a:t>
            </a:r>
            <a:r>
              <a:rPr lang="en-IN" dirty="0" err="1" smtClean="0"/>
              <a:t>OrderDate</a:t>
            </a:r>
            <a:r>
              <a:rPr lang="en-IN" dirty="0" smtClean="0"/>
              <a:t> → Date)</a:t>
            </a:r>
          </a:p>
          <a:p>
            <a:r>
              <a:rPr lang="en-IN" dirty="0" smtClean="0"/>
              <a:t>Created DAX measures:</a:t>
            </a:r>
          </a:p>
          <a:p>
            <a:r>
              <a:rPr lang="en-IN" dirty="0" smtClean="0"/>
              <a:t>Total Sales</a:t>
            </a:r>
          </a:p>
          <a:p>
            <a:r>
              <a:rPr lang="en-IN" dirty="0" smtClean="0"/>
              <a:t>Total Orders</a:t>
            </a:r>
          </a:p>
          <a:p>
            <a:r>
              <a:rPr lang="en-IN" dirty="0" smtClean="0"/>
              <a:t>Average Order Value</a:t>
            </a:r>
          </a:p>
          <a:p>
            <a:r>
              <a:rPr lang="en-IN" dirty="0" smtClean="0"/>
              <a:t>Sales Growth %</a:t>
            </a:r>
          </a:p>
          <a:p>
            <a:r>
              <a:rPr lang="en-IN" dirty="0" smtClean="0"/>
              <a:t>Total Quantity Sold</a:t>
            </a:r>
          </a:p>
          <a:p>
            <a:r>
              <a:rPr lang="en-IN" dirty="0" smtClean="0"/>
              <a:t>Designed KPIs, line &amp; bar charts</a:t>
            </a:r>
          </a:p>
          <a:p>
            <a:r>
              <a:rPr lang="en-IN" dirty="0" smtClean="0"/>
              <a:t>Added slicers for interactivity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66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KPI Summary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 err="1" smtClean="0"/>
              <a:t>ey</a:t>
            </a:r>
            <a:r>
              <a:rPr lang="en-IN" b="1" dirty="0" smtClean="0"/>
              <a:t> Performance Indicators Used</a:t>
            </a:r>
          </a:p>
          <a:p>
            <a:r>
              <a:rPr lang="en-IN" b="1" dirty="0" smtClean="0"/>
              <a:t>1. Total Sales:</a:t>
            </a:r>
            <a:r>
              <a:rPr lang="en-IN" dirty="0" smtClean="0"/>
              <a:t> Shows total revenue generated</a:t>
            </a:r>
            <a:br>
              <a:rPr lang="en-IN" dirty="0" smtClean="0"/>
            </a:br>
            <a:r>
              <a:rPr lang="en-IN" b="1" dirty="0" smtClean="0"/>
              <a:t>2. Total Orders:</a:t>
            </a:r>
            <a:r>
              <a:rPr lang="en-IN" dirty="0" smtClean="0"/>
              <a:t> Number of customer orders</a:t>
            </a:r>
            <a:br>
              <a:rPr lang="en-IN" dirty="0" smtClean="0"/>
            </a:br>
            <a:r>
              <a:rPr lang="en-IN" b="1" dirty="0" smtClean="0"/>
              <a:t>3. Average Order Value:</a:t>
            </a:r>
            <a:r>
              <a:rPr lang="en-IN" dirty="0" smtClean="0"/>
              <a:t> Average purchase size</a:t>
            </a:r>
            <a:br>
              <a:rPr lang="en-IN" dirty="0" smtClean="0"/>
            </a:br>
            <a:r>
              <a:rPr lang="en-IN" b="1" dirty="0" smtClean="0"/>
              <a:t>4. Sales Growth %:</a:t>
            </a:r>
            <a:r>
              <a:rPr lang="en-IN" dirty="0" smtClean="0"/>
              <a:t> Month-over-month sales change</a:t>
            </a:r>
            <a:br>
              <a:rPr lang="en-IN" dirty="0" smtClean="0"/>
            </a:br>
            <a:r>
              <a:rPr lang="en-IN" b="1" dirty="0" smtClean="0"/>
              <a:t>5. Total Quantity:</a:t>
            </a:r>
            <a:r>
              <a:rPr lang="en-IN" dirty="0" smtClean="0"/>
              <a:t> Total units sold</a:t>
            </a:r>
          </a:p>
          <a:p>
            <a:r>
              <a:rPr lang="en-IN" b="1" dirty="0" smtClean="0"/>
              <a:t>Why These KPIs?</a:t>
            </a:r>
          </a:p>
          <a:p>
            <a:r>
              <a:rPr lang="en-IN" dirty="0" smtClean="0"/>
              <a:t>They give a clear snapshot of business performance and help identify sales movement, demand, and growth.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36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DASHBOARD</a:t>
            </a:r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988840"/>
            <a:ext cx="6477904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0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Dashboard Layout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Dashboard Preview</a:t>
            </a:r>
          </a:p>
          <a:p>
            <a:r>
              <a:rPr lang="en-IN" dirty="0" smtClean="0"/>
              <a:t>(Insert your dashboard screenshot here — the image you shared)</a:t>
            </a:r>
          </a:p>
          <a:p>
            <a:r>
              <a:rPr lang="en-IN" dirty="0" smtClean="0"/>
              <a:t>Your layout includes:</a:t>
            </a:r>
          </a:p>
          <a:p>
            <a:r>
              <a:rPr lang="en-IN" dirty="0" smtClean="0"/>
              <a:t>KPI Cards at the top</a:t>
            </a:r>
          </a:p>
          <a:p>
            <a:r>
              <a:rPr lang="en-IN" dirty="0" smtClean="0"/>
              <a:t>Monthly Sales Trend line chart</a:t>
            </a:r>
          </a:p>
          <a:p>
            <a:r>
              <a:rPr lang="en-IN" dirty="0" smtClean="0"/>
              <a:t>Product-wise and Product Line-wise sales chart</a:t>
            </a:r>
          </a:p>
          <a:p>
            <a:r>
              <a:rPr lang="en-IN" dirty="0" smtClean="0"/>
              <a:t>Region/Country performance section</a:t>
            </a:r>
          </a:p>
          <a:p>
            <a:r>
              <a:rPr lang="en-IN" dirty="0" smtClean="0"/>
              <a:t>Business questions panel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25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Interactivity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Interactive Features in the Dashboard</a:t>
            </a:r>
          </a:p>
          <a:p>
            <a:r>
              <a:rPr lang="en-IN" dirty="0" smtClean="0"/>
              <a:t>Stakeholders can:</a:t>
            </a:r>
          </a:p>
          <a:p>
            <a:r>
              <a:rPr lang="en-IN" dirty="0" smtClean="0"/>
              <a:t>Filter by </a:t>
            </a:r>
            <a:r>
              <a:rPr lang="en-IN" b="1" dirty="0" smtClean="0"/>
              <a:t>Product Name</a:t>
            </a:r>
            <a:r>
              <a:rPr lang="en-IN" dirty="0" smtClean="0"/>
              <a:t>, </a:t>
            </a:r>
            <a:r>
              <a:rPr lang="en-IN" b="1" dirty="0" smtClean="0"/>
              <a:t>Region</a:t>
            </a:r>
            <a:r>
              <a:rPr lang="en-IN" dirty="0" smtClean="0"/>
              <a:t>, </a:t>
            </a:r>
            <a:r>
              <a:rPr lang="en-IN" b="1" dirty="0" smtClean="0"/>
              <a:t>Country</a:t>
            </a:r>
            <a:r>
              <a:rPr lang="en-IN" dirty="0" smtClean="0"/>
              <a:t>, </a:t>
            </a:r>
            <a:r>
              <a:rPr lang="en-IN" b="1" dirty="0" smtClean="0"/>
              <a:t>Month</a:t>
            </a:r>
            <a:r>
              <a:rPr lang="en-IN" dirty="0" smtClean="0"/>
              <a:t>, etc.</a:t>
            </a:r>
          </a:p>
          <a:p>
            <a:r>
              <a:rPr lang="en-IN" dirty="0" smtClean="0"/>
              <a:t>Use slicers to explore trends</a:t>
            </a:r>
          </a:p>
          <a:p>
            <a:r>
              <a:rPr lang="en-IN" dirty="0" smtClean="0"/>
              <a:t>Hover for details in tooltips</a:t>
            </a:r>
          </a:p>
          <a:p>
            <a:r>
              <a:rPr lang="en-IN" dirty="0" smtClean="0"/>
              <a:t>Compare performance across categories</a:t>
            </a:r>
          </a:p>
          <a:p>
            <a:r>
              <a:rPr lang="en-IN" dirty="0" smtClean="0"/>
              <a:t>Zoom into specific months or products</a:t>
            </a:r>
          </a:p>
          <a:p>
            <a:r>
              <a:rPr lang="en-IN" dirty="0" smtClean="0"/>
              <a:t>This helps in better exploration and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29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Insights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Insights from the Sales &amp; Profit Trends Dashboard</a:t>
            </a:r>
          </a:p>
          <a:p>
            <a:r>
              <a:rPr lang="en-IN" b="1" dirty="0" smtClean="0"/>
              <a:t>Monthly sales</a:t>
            </a:r>
            <a:r>
              <a:rPr lang="en-IN" dirty="0" smtClean="0"/>
              <a:t> show fluctuations with peaks in August and November</a:t>
            </a:r>
          </a:p>
          <a:p>
            <a:r>
              <a:rPr lang="en-IN" dirty="0" smtClean="0"/>
              <a:t>Certain </a:t>
            </a:r>
            <a:r>
              <a:rPr lang="en-IN" b="1" dirty="0" smtClean="0"/>
              <a:t>product lines</a:t>
            </a:r>
            <a:r>
              <a:rPr lang="en-IN" dirty="0" smtClean="0"/>
              <a:t> generate significantly higher sales</a:t>
            </a:r>
          </a:p>
          <a:p>
            <a:r>
              <a:rPr lang="en-IN" dirty="0" smtClean="0"/>
              <a:t>Some products consistently underperform</a:t>
            </a:r>
          </a:p>
          <a:p>
            <a:r>
              <a:rPr lang="en-IN" dirty="0" smtClean="0"/>
              <a:t>Growth % is positive but low (0.04%)</a:t>
            </a:r>
          </a:p>
          <a:p>
            <a:r>
              <a:rPr lang="en-IN" dirty="0" smtClean="0"/>
              <a:t>Quantity sold varies widely across product categories</a:t>
            </a:r>
          </a:p>
          <a:p>
            <a:r>
              <a:rPr lang="en-IN" dirty="0" smtClean="0"/>
              <a:t>Specific countries drive more revenue (based on data)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216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Recommendations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Business Recommendations</a:t>
            </a:r>
          </a:p>
          <a:p>
            <a:r>
              <a:rPr lang="en-IN" dirty="0" smtClean="0"/>
              <a:t>Focus marketing on high-performing product lines</a:t>
            </a:r>
          </a:p>
          <a:p>
            <a:r>
              <a:rPr lang="en-IN" dirty="0" smtClean="0"/>
              <a:t>Improve promotions for slow-moving products</a:t>
            </a:r>
          </a:p>
          <a:p>
            <a:r>
              <a:rPr lang="en-IN" dirty="0" smtClean="0"/>
              <a:t>Increase stock during peak months</a:t>
            </a:r>
          </a:p>
          <a:p>
            <a:r>
              <a:rPr lang="en-IN" dirty="0" err="1" smtClean="0"/>
              <a:t>Analyze</a:t>
            </a:r>
            <a:r>
              <a:rPr lang="en-IN" dirty="0" smtClean="0"/>
              <a:t> underperforming regions to improve strategy</a:t>
            </a:r>
          </a:p>
          <a:p>
            <a:r>
              <a:rPr lang="en-IN" dirty="0" smtClean="0"/>
              <a:t>Track growth regularly and set target benchmarks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1696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Summary &amp; Next Steps</a:t>
            </a:r>
          </a:p>
          <a:p>
            <a:r>
              <a:rPr lang="en-IN" dirty="0" smtClean="0"/>
              <a:t>Dashboard highlights sales patterns, product performance, and growth trends</a:t>
            </a:r>
          </a:p>
          <a:p>
            <a:r>
              <a:rPr lang="en-IN" dirty="0" smtClean="0"/>
              <a:t>Enables fast decision-making using key metrics and visual insights</a:t>
            </a:r>
          </a:p>
          <a:p>
            <a:r>
              <a:rPr lang="en-IN" dirty="0" smtClean="0"/>
              <a:t>Next steps: automate refresh, integrate more datasets, publish to Power BI Service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3558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92</TotalTime>
  <Words>488</Words>
  <Application>Microsoft Office PowerPoint</Application>
  <PresentationFormat>On-screen Show (4:3)</PresentationFormat>
  <Paragraphs>93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Opulent</vt:lpstr>
      <vt:lpstr>Sales and Profit Trends Dashboard </vt:lpstr>
      <vt:lpstr>Objective</vt:lpstr>
      <vt:lpstr>Dataset &amp; Methodology</vt:lpstr>
      <vt:lpstr>Dataset &amp; Methodology</vt:lpstr>
      <vt:lpstr>PowerPoint Presentation</vt:lpstr>
      <vt:lpstr>PowerPoint Presentation</vt:lpstr>
      <vt:lpstr>KPI Summary</vt:lpstr>
      <vt:lpstr>DASHBOARD</vt:lpstr>
      <vt:lpstr>Dashboard Layout</vt:lpstr>
      <vt:lpstr>Interactivity</vt:lpstr>
      <vt:lpstr>Key Insights</vt:lpstr>
      <vt:lpstr>Recommendations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Financial Dashboard</dc:title>
  <dc:creator>Windows User</dc:creator>
  <cp:lastModifiedBy>LENOVO</cp:lastModifiedBy>
  <cp:revision>5</cp:revision>
  <dcterms:created xsi:type="dcterms:W3CDTF">2025-11-22T09:56:36Z</dcterms:created>
  <dcterms:modified xsi:type="dcterms:W3CDTF">2025-12-01T02:09:30Z</dcterms:modified>
</cp:coreProperties>
</file>